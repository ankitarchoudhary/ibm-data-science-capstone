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KSC LC-39A</c:v>
                  </c:pt>
                  <c:pt idx="1">
                    <c:v>VAFB SLC-4E</c:v>
                  </c:pt>
                  <c:pt idx="2">
                    <c:v>CCAFS SLC-40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77.3</c:v>
                </c:pt>
                <c:pt idx="1">
                  <c:v>76.9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8A0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5A30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946E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ES-L1</c:v>
                  </c:pt>
                  <c:pt idx="1">
                    <c:v>GEO</c:v>
                  </c:pt>
                  <c:pt idx="2">
                    <c:v>HEO</c:v>
                  </c:pt>
                  <c:pt idx="3">
                    <c:v>SSO</c:v>
                  </c:pt>
                  <c:pt idx="4">
                    <c:v>VLEO</c:v>
                  </c:pt>
                  <c:pt idx="5">
                    <c:v>LEO</c:v>
                  </c:pt>
                  <c:pt idx="6">
                    <c:v>PO</c:v>
                  </c:pt>
                  <c:pt idx="7">
                    <c:v>MEO</c:v>
                  </c:pt>
                  <c:pt idx="8">
                    <c:v>ISS</c:v>
                  </c:pt>
                  <c:pt idx="9">
                    <c:v>GTO</c:v>
                  </c:pt>
                  <c:pt idx="10">
                    <c:v>SO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85.7</c:v>
                </c:pt>
                <c:pt idx="5">
                  <c:v>71.4</c:v>
                </c:pt>
                <c:pt idx="6">
                  <c:v>66.7</c:v>
                </c:pt>
                <c:pt idx="7">
                  <c:v>66.7</c:v>
                </c:pt>
                <c:pt idx="8">
                  <c:v>61.9</c:v>
                </c:pt>
                <c:pt idx="9">
                  <c:v>51.9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(%)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2010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33.3</c:v>
                </c:pt>
                <c:pt idx="4">
                  <c:v>33.3</c:v>
                </c:pt>
                <c:pt idx="5">
                  <c:v>62.5</c:v>
                </c:pt>
                <c:pt idx="6">
                  <c:v>83.3</c:v>
                </c:pt>
                <c:pt idx="7">
                  <c:v>61.1</c:v>
                </c:pt>
                <c:pt idx="8">
                  <c:v>90</c:v>
                </c:pt>
                <c:pt idx="9">
                  <c:v>84.2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SVM</c:v>
                  </c:pt>
                  <c:pt idx="2">
                    <c:v>Decision Tree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88.9</c:v>
                </c:pt>
                <c:pt idx="3">
                  <c:v>94.4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Choudhary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09.07.2026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64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95728"/>
            <a:ext cx="292608" cy="292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27248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1600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58768"/>
            <a:ext cx="292608" cy="2926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1600" y="3794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90288"/>
            <a:ext cx="292608" cy="292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160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3774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launches analyzed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38912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landing success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955280" y="24231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test accuracy (KNN)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(SpaceX API + web scraping)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 and SQL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(Folium map + Plotly Dash)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(4 classification models)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37490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highest site success rate (77.3%)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rose from 0% (2013) to 84-90% (2019-20)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orbit is most common but has the lowest success 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outperformed Logistic Regression, SVM, and Decision Tree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0" y="17830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a fraction of the cost charged by other providers, largely because it reuses the first stage instead of discarding it. If the outcome of a landing attempt can be predicted from launch conditions, that prediction can be used to estimate launch cost. This project collects, explores, and models real Falcon 9 launch data to make that prediction.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0" y="3703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Be Answered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743200" y="411480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payload mass, launch site, and orbit affect first-stage landing success?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landing success rate improved over time?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classification algorithm predicts landing outcome most accurately?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990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114800" y="1371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+ Wikipedia web scraping (BeautifulSoup)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029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Wrangling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114800" y="202996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binary landing outcome label from raw Outcome text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1576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6883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EDA - Visualization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114800" y="2688336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Matplotlib/Seaborn: site, orbit, payload, and yearly trend analysis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741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346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EDA - SQL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114800" y="334670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SQLite queries answering specific questions about the data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3250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4005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Interactive Analytics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114800" y="40050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 of launch sites + Plotly Dash dashboard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690872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016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Predictive Analysis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4114800" y="46634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classification models tuned with GridSearchCV, compared on test accuracy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13716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data was collected from two sources: the SpaceX REST API (structured JSON data on boosters, payloads, and launch sites) and the Wikipedia list of Falcon 9 launches (via web scraping with BeautifulSoup), giving a combined, cross-checked view of each launch.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063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launches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29000" y="3063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429000" y="3703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0" y="3063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217920" y="3703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types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068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0F9FB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006840" y="3063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2010-2020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006840" y="3703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 by Launch Site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0" y="1097280"/>
          <a:ext cx="9052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LC-39A: 22 launches, 77.3% success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SLC-4E: 13 launches, 76.9% success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SLC-40: 55 launches (most used site), 60.0% success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 by Orbit Type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097280"/>
          <a:ext cx="10972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074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HEO, and SSO all show a 100% success rate (though each has few launches). GTO, the most common orbit (27 launches), has the lowest success rate at 51.9%. SO (1 launch) had zero success.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Success Rate by Year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097280"/>
          <a:ext cx="10698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climbed from 0% in SpaceX's earliest recovery attempts (2010-2013) to 84-90% by 2019-2020, reflecting growing landing expertise over the decade.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- Sample Queries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3120" y="13716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 were run against the dataset using SQLite. Two representative examples: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394960" cy="4572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MIN(Date) FROM spacex WHERE Class = 1;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first_successful_landing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2014-04-18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2194560"/>
            <a:ext cx="5394960" cy="4572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5"/>
          <p:cNvSpPr/>
          <p:nvPr/>
        </p:nvSpPr>
        <p:spPr>
          <a:xfrm>
            <a:off x="635508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PayloadMass WHERE PayloadMass = MAX(PayloadMass);</a:t>
            </a:r>
            <a:endParaRPr lang="en-US" sz="10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743200"/>
          <a:ext cx="539496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PayloadMass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C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B1048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15600.0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B1051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15600.0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B1048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15600.0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40080" y="448056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query set includes: unique launch sites, total and average payload mass, successful landings by payload range, total success/failure counts, and outcome rankings by date range.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0120" y="33375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markers plotted on a world map, color-coded green (success) and red (failure), with a calculated distance from KSC LC-39A to the nearest coastline.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629400" y="33375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dropdown to select a launch site, a pie chart of landing outcomes, a payload-mass range slider, and a scatter chart of payload vs. outcome, all interactively linked.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37744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Comparison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371600" y="1097280"/>
          <a:ext cx="9418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were tuned using GridSearchCV (5-fold cross-validation) on 72 training launches, then evaluated on 18 held-out test launches. KNN (n_neighbors=7) performed best.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- Best Model (KNN)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5943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011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Predicted: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Did Not Land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Predicted: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Landed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Actual: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Did Not Land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Actual: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Landed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32320" y="1371600"/>
            <a:ext cx="45720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18 test launches were classified correctly (94.4% accuracy).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false positive: a launch predicted to land that did not.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false negatives: every actual successful landing was correctly identified.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KNN (n_neighbors=7, Manhattan distance) the most reliable model on this dataset.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554480"/>
            <a:ext cx="8778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the most accurate model for predicting Falcon 9 first-stage landing success (94.4% test accuracy).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has the highest launch-site success rate (77.3%); CCAFS SLC-40 is used most often but has the lowest (60.0%).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type matters: GTO (the most common orbit) has the lowest success rate, while ES-L1, GEO, HEO, and SSO reach 100%.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 rose sharply over time, from 0% (2010-2013) to 84-90% (2019-2020), reflecting SpaceX's improving landing technology.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confusion matrix shows zero false negatives, meaning the model never missed an actual successful landing in the test set.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Landing Prediction - Capstone Project</dc:title>
  <dc:subject>PptxGenJS Presentation</dc:subject>
  <dc:creator>Ankita Choudhary</dc:creator>
  <cp:lastModifiedBy>Ankita Choudhary</cp:lastModifiedBy>
  <cp:revision>1</cp:revision>
  <dcterms:created xsi:type="dcterms:W3CDTF">2026-07-09T05:55:02Z</dcterms:created>
  <dcterms:modified xsi:type="dcterms:W3CDTF">2026-07-09T05:55:02Z</dcterms:modified>
</cp:coreProperties>
</file>